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judges. Weather agencies track cyclones, and response officers make operational decisions. CycloneShield is not a replacement for either. It is a decision-support prototype designed to turn a selected storm scenario and configured district information into clearer lifeline priorities and possible actions for people to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India's coastal districts house over 188 million citizens according to the 2011 Census. When a cyclone develops, the India Meteorological Department provides official weather forecasts. However, a District Magistrate or State Disaster Management officer cannot deploy ambulances based solely on wind speed isobars. They need to assess whether State Highway 3 could be cut off, which rural clinics may face flooding, and how to prepare alerts when cell networks fail. That is the critical last-mile operational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CycloneShield demonstrates how a selected storm scenario and configured district profiles can be organized into maps, screening scores, and possible preparedness actions. Live forecasts require a connected weather source. Earth Engine helps with geospatial data; it does not predict cyclones. The prototype does not replace official forecasts or automatically dispatch responders.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configured Cyclone Remal scenario in our interactive prototype. The map and risk matrix help compare modeled priorities; they are not confirmed road closures or clinic flooding. State profiles and thresholds need local validation before operational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Vision can analyze an explicitly submitted image when a live request succeeds; otherwise the displayed photo result is a prepared offline benchmark. Earth Engine supports geospatial data work, not cyclone prediction. Weather forecasts require a connected meteorological source. These tools support analysis and presentation; people and agencies remain responsible for decisions and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displays scenario-based screening scores and configured profiles. The underlying model uses synthetic physics-inspired training data, so these outputs are not field-validated probabilities. They can help structure review but cannot justify or issue an evacuation decision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what-if view compares model outputs as scenario inputs change. Training and test data are synthetic, so benchmark metrics show internal performance on those scenarios—not real-world predictive accuracy. Field validation against verified damage records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CycloneShield does not replace weather agencies or rescue officers. It is designed to help them turn complex information into clearer priorities and faster decisions. It recommends possible actions for review; it does not deploy resources, issue evacuations, or send public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includes five configured state profiles and language choices. Operational scaling requires local data validation, appropriate connected weather sources, and agency-approved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a controlled pilot with a state partner: validate local data, review draft outputs, and run a tabletop exercise. Production hosting, live alert channels, and operational use would require separate approval, integration, and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Responsible disaster technology requires total honesty about limitations. Our surge model currently uses a static bathtub method on 30-meter SRTM elevation, and our ML models are trained on simulated physics data. We do not claim real-world damage validation today. Instead, we present a credible roadmap: integrating hydrodynamic tide telemetry and validating models against verified post-disaster field reports in partnership with disaster authorities.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CycloneShield is not trying to replace weather agencies or rescue officers. It is designed to help them turn complex information into clearer priorities and faster decisions. We are seeking a partner to validate the data and test the workflow in a controlled tabletop pilot.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4114800" cy="411480"/>
          </a:xfrm>
          <a:prstGeom prst="roundRect">
            <a:avLst/>
          </a:prstGeom>
          <a:solidFill>
            <a:srgbClr val="1A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GOOGLE AI HACKATHON • DISASTER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CycloneShield</a:t>
            </a:r>
          </a:p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Turning Storm Scenarios into Clearer District Priorities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 decision-support prototype for reviewing configured storm scenarios and possible preparedness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🌐 INTERACTIVE PROTOTYPE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cycloneshield-vawrqbhtbgu8i6cafhbf3q.streamlit.app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Interactive view of configured scenarios, screening outputs, and district priorities.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3931920"/>
            <a:ext cx="3291840" cy="2103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📂 OPEN REPOSITORY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github.com/itsme-sherlock/CycloneShield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pipeline code, Jupyter Colab notebook, and reproducible ML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3931920"/>
            <a:ext cx="3566160" cy="2103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👥 TEAM &amp; EVENT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Team: [TEAM NAME: TO VERIFY]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Members: [TEAM MEMBERS: TO VERIFY]</a:t>
            </a:r>
            <a:br/>
            <a:r>
              <a:t>Event: [HACKATHON NAME: TO VERIFY]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PROBLEM: THE LAST-MILE OPERATIONAL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Weather forecasts track the storm, but field teams still lack road and hospital impact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🌊 Coastal Scale &amp; Risk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188M+ coastal citizens live across India's coastal districts (Census 2011).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~250M people reside within 50 km of the coast (UNDP/NDMA Studies).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The Bay of Bengal historically accounts for severe surge mortality due to shallow coastal deltas.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F4444"/>
                </a:solidFill>
              </a:defRPr>
            </a:pPr>
            <a:r>
              <a:t>📡 The Information Disconnect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Synoptic warnings provide wind speeds and isobar tracks, not road cut-offs.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Compound hazards—surge plus pluvial rain—are computed in separate silos.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Text bulletins fail to reach fishing hamlets once cell towers lose grid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🚨 The Field Responder's Dilemma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District Magistrate (DM) / SDMA Duty Officer must stage rescue boats blindly.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Critical questions unanswered: Could State Highway 3 remain passable for ambulances?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Which primary health centers may need backup power before landfall?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SOLUTION: DECISION-SUPPORT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Configured scenarios and data become screening outputs for human review—not official forecasts or dispatches.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1. Select Scenario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[Cached / Input]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Bundled historical track or user-supplied file.</a:t>
            </a:r>
            <a:br/>
            <a:r>
              <a:t>Confirm any live query in the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2. Review Hazards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[Estimate / Optional]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Surge and rainfall screening estimates.</a:t>
            </a:r>
            <a:br/>
            <a:r>
              <a:t>Earth Engine can process geospatial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3. View Lifelines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[Configured]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Configured district profiles and open-data-derived baselines.</a:t>
            </a:r>
            <a:br/>
            <a:r>
              <a:t>Not a fresh live asset overlay.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5740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4. Compare Priorities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[Scenario output]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Rules and local ML produce screening scores.</a:t>
            </a:r>
            <a:br/>
            <a:r>
              <a:t>Possible actions are for officer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5. Inspect a Photo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[Live / Benchmark]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Explicit Gemini Vision request if configured and confirmed.</a:t>
            </a:r>
            <a:br/>
            <a:r>
              <a:t>Otherwise prepared offline benchmark.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PREPARED DEMONSTRATION: CYCLONE REMAL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Configured screening outputs—not observed impacts or a validated forecast.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🎯 Scenario Highlights (Remal)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District rankings and lifeline screening help compare possible priorities; they do not confirm road closures.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Facility results use configured profiles and scenario rules, not live asset-by-asset analysis.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Population figures are Census-era references; scores are screening outputs for review.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The map is a scenario view, not a live satellite feed or official warning.</a:t>
            </a:r>
          </a:p>
        </p:txBody>
      </p:sp>
      <p:pic>
        <p:nvPicPr>
          <p:cNvPr id="5" name="Picture 4" descr="01_spatial_hazard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GOOGLE TOOLS: DEFINED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Connected services are used only for their specific data or analysis tasks.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🤖 Bounded Roles &amp; Demo Modes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1. Gemini advisory code exists; displayed broadcasts use prepared templates, not live Gemini.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2. Gemini Vision is optional and user-triggered; offline benchmark output is not model analysis.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3. Earth Engine can supply/process geospatial layers; it does not forecast cyclones. Weather must come from a connected source.</a:t>
            </a:r>
          </a:p>
          <a:p>
            <a:br/>
            <a:pPr>
              <a:defRPr sz="1100">
                <a:solidFill>
                  <a:srgbClr val="F97316"/>
                </a:solidFill>
              </a:defRPr>
            </a:pPr>
            <a:r>
              <a:t>All generated messages are drafts for review; the demo does not issue alerts or dispatch resources.</a:t>
            </a:r>
          </a:p>
        </p:txBody>
      </p:sp>
      <p:pic>
        <p:nvPicPr>
          <p:cNvPr id="5" name="Picture 4" descr="02_ground_damage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RISK SCREENING: EXPLAINABLE, NOT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Scenario scores help organize review; they are not field-validated impact probabilities.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645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🏥 Healthcare Vulnerability (35%)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Flooded hospitals, primary health centers (PHCs), and loss of backup generator power.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1645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97316"/>
                </a:solidFill>
              </a:defRPr>
            </a:pPr>
            <a:r>
              <a:t>🛣️ Road Cut-Off Risk (25%)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Submerged arterial routes (e.g. SH-3) blocking ambulance and evacuation convoys.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5120640" cy="1645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🏕️ Shelter Deficit Risk (25%)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Severe cyclone shelter capacity shortfall relative to vulnerable coastal population.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566160"/>
            <a:ext cx="5120640" cy="1645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⚡ Power Grid Fragility (15%)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Inundated electrical substations and high-wind feeder line failure exposure.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38BDF8"/>
                </a:solidFill>
              </a:defRPr>
            </a:pPr>
            <a:r>
              <a:t>🔍 Audit-Ready Transparency: Composite Score = [Base Lifelines] × [Hazard Multiplier]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Configured profiles and synthetic training data limit real-world interpretation; local validation and officer review are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PREDICTIVE ML &amp; VALIDATION: HONEST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prototype compares scenarios; it does not provide a validated operational forecast.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50">
                <a:solidFill>
                  <a:srgbClr val="38BDF8"/>
                </a:solidFill>
              </a:defRPr>
            </a:pPr>
            <a:r>
              <a:t>📊 Model Architecture &amp; Results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Targets: Highway Submersion Cut-Off Risk &amp; Hospital Inundation Risk.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Benchmark metrics use synthetic scenarios (n=3,600); they do not establish real-world predictive accuracy.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Outputs are screening scores under configured inputs, not calibrated probabilities of real-world failure.</a:t>
            </a:r>
          </a:p>
          <a:p>
            <a:br/>
            <a:pPr>
              <a:defRPr sz="1100" b="1">
                <a:solidFill>
                  <a:srgbClr val="F97316"/>
                </a:solidFill>
              </a:defRPr>
            </a:pPr>
            <a:r>
              <a:t>• Next Validation Steps: Leave-one-storm-out cross-validation and empirical benchmarking against observed NDRF post-disaster damage logs.</a:t>
            </a:r>
          </a:p>
        </p:txBody>
      </p:sp>
      <p:pic>
        <p:nvPicPr>
          <p:cNvPr id="5" name="Picture 4" descr="lifeline_mode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WHO IT SERVES: ACTIONABLE DECISIONS BY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Helping officers consider options—without replacing their judgment or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97316"/>
                </a:solidFill>
              </a:defRPr>
            </a:pPr>
            <a:r>
              <a:t>🚒 NDRF / SDRF Battalions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Review Possible Staging Options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Compare possible boat, pump, and access-route staging locations against scenario risks.</a:t>
            </a:r>
            <a:br/>
            <a:r>
              <a:t>• Validate roads and local conditions before use.</a:t>
            </a:r>
            <a:br/>
            <a:r>
              <a:t>• No rescue units are automatically deployed.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🏛️ District Magistrates &amp; SDMA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Consider Preparedness Actions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Review possible evacuation, facility-continuity, and resource-prioritization actions.</a:t>
            </a:r>
            <a:br/>
            <a:r>
              <a:t>• Validate local data and thresholds.</a:t>
            </a:r>
            <a:br/>
            <a:r>
              <a:t>• Authorized officers retain all decision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📻 Coastal Delta Communities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Agency-Approved Warnings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Draft messages and voice workflows can be reviewed for local use.</a:t>
            </a:r>
            <a:br/>
            <a:r>
              <a:t>• Public alerts require agency approval and connected delivery channels.</a:t>
            </a:r>
            <a:br/>
            <a:r>
              <a:t>• The prototype does not send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BUILT FOR INDIA: OPERATIONAL SCOPE VS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Five configured state profiles are a starting point for validation—not national operational coverage.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✅ CONFIGURED DEMONSTRATION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Historical storm examples are selected from a bundled catalog; confirm any live query separately.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Five state profiles use configured districts and scenario data; they are not agency integrations.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Seven language choices; messages and audio paths require review and per-run verification.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Compatible user-supplied track files can be explored; no live IMD feed is implied.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🚀 PLANNED PAN-INDIA EXPANSION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State partners must validate local boundaries, assets, populations, and thresholds.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Multilingual Extension: Spoken audio in Odia, Telugu, Tamil, Malayalam, and Marathi.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Live forecast and official bulletin sources require separate connection and validation.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Core Scalability: Standard GeoPandas geospatial projection (EPSG:3857/4326) covers all 7,516 km of Indian coastline.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DEPLOYABILITY: A 4-WEEK STATE AUTHORITY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 non-disruptive pilot plan designed to integrate alongside existing SDMA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2918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Week 1: Data Integration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Ingest state GIS layers: PHC locations, district roads, shelter capacities.</a:t>
            </a:r>
            <a:br/>
            <a:r>
              <a:t>• Configure state-specific boundary polygons.</a:t>
            </a:r>
            <a:br/>
            <a:r>
              <a:t>• Operator: SDMA GIS cell with 1 data engineer.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32918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Week 2: IMD Feed Hookup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Connect IMD bulletin ingestion parser.</a:t>
            </a:r>
            <a:br/>
            <a:r>
              <a:t>• Validate real-time wind swath contours against IMD warning zones.</a:t>
            </a:r>
            <a:br/>
            <a:r>
              <a:t>• Operator: State Emergency Operations Centre (SEOC).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468880" cy="32918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Week 3: Alert Channels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Connect Common Alerting Protocol (CAP) XML export.</a:t>
            </a:r>
            <a:br/>
            <a:r>
              <a:t>• Setup WhatsApp bot for district duty officers.</a:t>
            </a:r>
            <a:br/>
            <a:r>
              <a:t>• Pre-cache regional audio alerts for community radio.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468880" cy="32918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Week 4: Tabletop Exercise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Review a historical scenario with agency partners.</a:t>
            </a:r>
            <a:br/>
            <a:r>
              <a:t>• Evaluate outputs and limitations.</a:t>
            </a:r>
            <a:br/>
            <a:r>
              <a:t>• Agree next steps before any production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97316"/>
                </a:solidFill>
              </a:defRPr>
            </a:pPr>
            <a:r>
              <a:t>💰 Cost &amp; Licensing Note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Service quotas, hosting costs, and licensing depend on the configured deployment.</a:t>
            </a:r>
            <a:br/>
            <a:r>
              <a:t>• Cloud Run / Vertex AI are deployment options; production Earth Engine access and operational integrations require separate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IMPACT, LIMITATIONS, &amp; TECHNICAL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Credible disaster impact demands absolute transparency about technical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50">
                <a:solidFill>
                  <a:srgbClr val="10B981"/>
                </a:solidFill>
              </a:defRPr>
            </a:pPr>
            <a:r>
              <a:t>📈 Quantified Potential Impact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2 Priority Districts Covered: South 24 Parganas (~8.16M) &amp; Purba Medinipur (~5.10M) [Census 2011].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47 Facilities Evaluated: 5 high-risk health clinics prioritized for backup generator flood protection [Estimate].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Potential use: support review of priorities; no claim of people currently protected or actions already taken.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50">
                <a:solidFill>
                  <a:srgbClr val="EF4444"/>
                </a:solidFill>
              </a:defRPr>
            </a:pPr>
            <a:r>
              <a:t>⚠️ Known Technical Limitations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Bathtub Flood Model: Uses 30m SRTM satellite elevation; does not currently model dynamic hydrodynamic tides.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Simulated ML Labels: Models trained on rule-based physics synthetic data; not verified against historical damage logs.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Insurance trigger amounts are illustrative calculations, not an active policy or 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50">
                <a:solidFill>
                  <a:srgbClr val="38BDF8"/>
                </a:solidFill>
              </a:defRPr>
            </a:pPr>
            <a:r>
              <a:t>🎯 Immediate Next Milestones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ML Validation: Leave-one-storm-out cross-validation against official post-disaster damage reports.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Dynamic Surge Modeling: Integrate INCOIS coastal tide gauge telemetry into inundation depth.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Pan-India Storm Ingestion: Automate parsing for all upcoming North Indian Ocean cyclonic disturbances.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TEAM &amp; CALL TO ACTION: MOVING FROM FORECAST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Partner with us to pilot CycloneShield for India's vulnerable coastal communities.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👥 Project Team &amp; Submission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Team Name: [TEAM NAME: TO VERIFY]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Team Members: [TEAM MEMBERS: TO VERIFY]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Hackathon Event: [HACKATHON NAME: TO VERIFY]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Track / Focus: AI for Social Impact &amp; Disaster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🔗 Live Artifacts &amp; Evaluation Links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🌐 Live Streamlit Command Center:</a:t>
            </a:r>
            <a:br/>
            <a:r>
              <a:t>cycloneshield-vawrqbhtbgu8i6cafhbf3q.streamlit.app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📂 GitHub Code Repository:</a:t>
            </a:r>
            <a:br/>
            <a:r>
              <a:t>github.com/itsme-sherlock/CycloneShield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📓 Interactive Google Colab:</a:t>
            </a:r>
            <a:br/>
            <a:r>
              <a:t>colab.research.google.com/github/itsme-sherlock/CycloneShield/blob/main/CycloneShield_Colab.ipynb</a:t>
            </a:r>
          </a:p>
          <a:p>
            <a:br/>
            <a:pPr>
              <a:defRPr sz="1150" b="1">
                <a:solidFill>
                  <a:srgbClr val="10B981"/>
                </a:solidFill>
              </a:defRPr>
            </a:pPr>
            <a:r>
              <a:t>🤝 Next Step: Ready for state-level SDMA pilot onboarding.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